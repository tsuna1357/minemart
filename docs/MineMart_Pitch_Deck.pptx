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217920" cy="53949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PT-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679283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103120"/>
            <a:ext cx="5486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FB800"/>
                </a:solidFill>
                <a:latin typeface="Segoe UI"/>
              </a:defRPr>
            </a:pPr>
            <a:r>
              <a:t>MINEMART</a:t>
            </a:r>
          </a:p>
          <a:p>
            <a:pPr>
              <a:spcBef>
                <a:spcPts val="200"/>
              </a:spcBef>
              <a:defRPr sz="2600" b="1">
                <a:solidFill>
                  <a:srgbClr val="00D26A"/>
                </a:solidFill>
                <a:latin typeface="Segoe UI"/>
              </a:defRPr>
            </a:pPr>
            <a:r>
              <a:t>POCKET WORKSHOP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Single-Screen Arcade Idle Tycoon (Voxel 3D)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5486400" cy="1463040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3484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Tác giả: Lâm Tuyết Nhi (Miyuki)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Vai trò: Trưởng nhóm / 3D Voxel Artist &amp; Unity Developer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Đơn vị đào tạo: Cao đẳng FPT Polytechnic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731520"/>
            <a:ext cx="4206240" cy="53949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neMart_Poster_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070" y="822960"/>
            <a:ext cx="36856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B800"/>
                </a:solidFill>
                <a:latin typeface="Segoe UI"/>
              </a:defRPr>
            </a:pPr>
            <a:r>
              <a:t>NGUỒN CẢM HƯNG &amp; THẾ MẠNH THỰC THI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Triết lý 'Thực học - Thực nghiệp' hội tụ cùng năng lực chế tác 3D Voxel Handcrafted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846320" cy="4937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PT-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186587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2651760"/>
            <a:ext cx="42976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FFB800"/>
                </a:solidFill>
                <a:latin typeface="Segoe UI"/>
              </a:defRPr>
            </a:pPr>
            <a:r>
              <a:t>✦ Triết lý 'Thực học - Thực nghiệp'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Không dừng lại ở một đồ án làm để lấy điểm số, em dốc 100% sức lực để kiểm tra giới hạn năng lực thực tế của bản thân.</a:t>
            </a:r>
          </a:p>
          <a:p>
            <a:pPr>
              <a:spcBef>
                <a:spcPts val="1000"/>
              </a:spcBef>
              <a:defRPr sz="1400" b="1">
                <a:solidFill>
                  <a:srgbClr val="00D26A"/>
                </a:solidFill>
                <a:latin typeface="Segoe UI"/>
              </a:defRPr>
            </a:pPr>
            <a:r>
              <a:t>✦ Mục tiêu phát hành thực tế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Kiên định đưa trò chơi lên Store để đón nhận phản hồi công tâm từ người chơi và thị trường xã hội bên ngoài.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✦ Áp lực hóa động lực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Biến tinh thần học tập năng động của sinh viên Poly thành ngọn lửa chế tác một sản phẩm hoàn thiện chỉn chu.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63040"/>
            <a:ext cx="5577840" cy="4937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100% 3D VOXEL HANDCRAFTED (BLOCKBENCH)</a:t>
            </a:r>
          </a:p>
        </p:txBody>
      </p:sp>
      <p:pic>
        <p:nvPicPr>
          <p:cNvPr id="8" name="Picture 7" descr="blockbench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216478"/>
            <a:ext cx="5029200" cy="2699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02920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✔ Tự tay dựng mô hình &amp; vẽ texture pixel từ nhân vật, quầy mỏ tới bàn phục vụ.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✔ Tối ưu hóa Low-Poly chuẩn mobile, đảm bảo 60 FPS mượt mà không nóng máy.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B800"/>
                </a:solidFill>
                <a:latin typeface="Segoe UI"/>
              </a:defRPr>
            </a:pPr>
            <a:r>
              <a:t>BẢN SẮC GAMEPLAY: HYBRID ARCADE IDLE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Trọn vẹn trên một màn hình dọc động — Cân bằng hoàn hảo giữa Can thiệp tay &amp; Tự động hóa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937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72" y="1600200"/>
            <a:ext cx="2299335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97680" y="1463040"/>
            <a:ext cx="713232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65836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B800"/>
                </a:solidFill>
                <a:latin typeface="Segoe UI"/>
              </a:defRPr>
            </a:pPr>
            <a:r>
              <a:t>1. MÀN HÌNH DỌC ĐỘNG (SINGLE-SCREEN 2.5D)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Bao quát toàn bộ xưởng sản xuất: Trạm mỏ → Quầy phục vụ khách/bàn → Tiền Tip.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Thao tác bằng 1 ngón tay, góc nhìn Isometric trực quan, không chuyển cảnh gây nhiễu.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154680"/>
            <a:ext cx="713232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291840"/>
            <a:ext cx="65836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6A"/>
                </a:solidFill>
                <a:latin typeface="Segoe UI"/>
              </a:defRPr>
            </a:pPr>
            <a:r>
              <a:t>2. CAN THIỆP TAY CÓ GIÁ TRỊ THẶNG DƯ (ACTIVE)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Kéo cần Joystick: Tốc độ đào x2 lần, nhặt tiền Tip trên đĩa nhận thêm +20% tiền thưởng.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Cơ chế nhấc quầy: Cho phép người chơi tự do di dời và tái quy hoạch không gian xưởng.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846320"/>
            <a:ext cx="713232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983480"/>
            <a:ext cx="65836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TỰ ĐỘNG HÓA THỎA MÃN (PURE-IDLE &amp; AUTO-PILOT)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Buông tay: Nhân vật tự hành làm việc cùng thợ mỏ với dáng đi lắc lư (waddling) cưng xỉu.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• Tự động tích lũy tài nguyên và lợi nhuận liên tục ngay cả khi người chơi rảnh tay.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B800"/>
                </a:solidFill>
                <a:latin typeface="Segoe UI"/>
              </a:defRPr>
            </a:pPr>
            <a:r>
              <a:t>ỨNG DỤNG AI: TỰ ĐỘNG HÓA CÔNG CỤ PHÁT TRIỂN (TOOLING)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Xây dựng bộ công cụ Unity Editor chuyên biệt — Tự động hóa quy trình, tăng tốc độ sản xuất game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42519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B800"/>
                </a:solidFill>
                <a:latin typeface="Segoe UI"/>
              </a:defRPr>
            </a:pPr>
            <a:r>
              <a:t>1. TOP BAR MENU SYSTEM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Thanh công cụ MineMart &gt; UI</a:t>
            </a:r>
          </a:p>
        </p:txBody>
      </p:sp>
      <p:pic>
        <p:nvPicPr>
          <p:cNvPr id="5" name="Picture 4" descr="AI1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91615"/>
            <a:ext cx="3017520" cy="731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703320"/>
            <a:ext cx="30175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Tích hợp sẵn vào Top Menu của Unity Editor.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1-Click sinh toàn bộ Settings Dialog &amp; Startup Flow.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Tự động hóa nút Reset Progress &amp; đổi màu Loading.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Giảm 80% thời gian cấu hình UI thủ công.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D26A"/>
                </a:solidFill>
                <a:latin typeface="Segoe UI"/>
              </a:defRPr>
            </a:pPr>
            <a:r>
              <a:t>2. HIERARCHY CONTEXT MENU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Menu chuột phải MineMart UI</a:t>
            </a:r>
          </a:p>
        </p:txBody>
      </p:sp>
      <p:pic>
        <p:nvPicPr>
          <p:cNvPr id="9" name="Picture 8" descr="AI1 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36462"/>
            <a:ext cx="3017520" cy="14420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703320"/>
            <a:ext cx="30175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Menu chuột phải thông minh ngay trong Hierarchy.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Tự sinh Prefab thẻ mỏ &amp; Plot Stall Shop Bubble.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Tạo cây nâng cấp Ngọc (EUGT) &amp; Map Upgrade Panel.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Chuẩn hóa cấu trúc Anchor &amp; Canvas chuẩn xác.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2519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CUSTOM INSPECTOR TOOLING</a:t>
            </a:r>
          </a:p>
          <a:p>
            <a:pPr>
              <a:spcBef>
                <a:spcPts val="1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Công cụ Milestone Slider trực quan</a:t>
            </a:r>
          </a:p>
        </p:txBody>
      </p:sp>
      <p:pic>
        <p:nvPicPr>
          <p:cNvPr id="13" name="Picture 12" descr="AI1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28740"/>
            <a:ext cx="3017520" cy="1457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3703320"/>
            <a:ext cx="30175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Nút bấm thông minh sinh Slider ngay trong Scene View.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Tự động liên kết Slider, Fill Image &amp; Container.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Cho phép tùy chỉnh màu sắc &amp; vị trí thời gian thực.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• Phát hiện và cảnh báo thiếu liên kết tự động.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79008"/>
            <a:ext cx="10698480" cy="621792"/>
          </a:xfrm>
          <a:prstGeom prst="roundRect">
            <a:avLst/>
          </a:prstGeom>
          <a:solidFill>
            <a:srgbClr val="161C26"/>
          </a:solidFill>
          <a:ln w="19050">
            <a:solidFill>
              <a:srgbClr val="00D2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3387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FB800"/>
                </a:solidFill>
                <a:latin typeface="Segoe UI"/>
              </a:defRPr>
            </a:pPr>
            <a:r>
              <a:t>💡 Dấu ấn AI: Tự động hóa bộ công cụ Editor • Tối ưu thuật toán điều phối FIFO O(1) • Tính toán chuyển động nhún nhảy Procedural Waddle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B800"/>
                </a:solidFill>
                <a:latin typeface="Segoe UI"/>
              </a:defRPr>
            </a:pPr>
            <a:r>
              <a:t>LỘ TRÌNH PHÁT HÀNH &amp; TIỀM NĂNG THƯƠNG MẠI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Kế hoạch hành động cụ thể để đưa MineMart từ đồ án thành tựa game thương mại hoàn chỉnh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85800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63093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B800"/>
                </a:solidFill>
                <a:latin typeface="Segoe UI"/>
              </a:defRPr>
            </a:pPr>
            <a:r>
              <a:t>1. KIẾN TRÚC DATA-DRIVEN &amp; EXPANSION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Tách toàn bộ chỉ số ra ScriptableObjects, dễ dàng mở rộng thêm các Biomes mới: Sa Mạc, Đảo Băng, Rừng Nhiệt Đới.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685800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63093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D26A"/>
                </a:solidFill>
                <a:latin typeface="Segoe UI"/>
              </a:defRPr>
            </a:pPr>
            <a:r>
              <a:t>2. HỆ THỐNG TRANG BỊ &amp; THÚ CƯNG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Bổ sung rương mở khóa cuốc mỏ gia tăng tốc độ đào và pet đồng hành hỗ trợ tăng tốc độ vận chuyển hàng.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6858000" cy="1508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3093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3. MÔ HÌNH KIẾM TIỀN HYBRID CASUAL</a:t>
            </a:r>
          </a:p>
          <a:p>
            <a:pPr>
              <a:spcBef>
                <a:spcPts val="3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• Rewarded Ads: Xem video x2 doanh thu 5 phút / gọi Siêu Thợ Mỏ.</a:t>
            </a:r>
            <a:br/>
            <a:r>
              <a:t>• In-App Purchase: Gói No-Ads vĩnh viễn và Skin độc quyền (Chibi Voxel / Áo FPT Poly).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566160" cy="4937760"/>
          </a:xfrm>
          <a:prstGeom prst="roundRect">
            <a:avLst/>
          </a:prstGeom>
          <a:solidFill>
            <a:srgbClr val="1A202A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neMart_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737360"/>
            <a:ext cx="2651760" cy="2651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4480560"/>
            <a:ext cx="3200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FFB800"/>
                </a:solidFill>
                <a:latin typeface="Segoe UI"/>
              </a:defRPr>
            </a:pPr>
            <a:r>
              <a:t>MỤC TIÊU PHÁT HÀNH</a:t>
            </a:r>
          </a:p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Google Play Store &amp; itch.io</a:t>
            </a:r>
          </a:p>
          <a:p>
            <a:pPr algn="ctr">
              <a:spcBef>
                <a:spcPts val="800"/>
              </a:spcBef>
              <a:defRPr sz="1200">
                <a:solidFill>
                  <a:srgbClr val="00D26A"/>
                </a:solidFill>
                <a:latin typeface="Segoe UI"/>
              </a:defRPr>
            </a:pPr>
            <a:r>
              <a:t>Cảm ơn quý Thầy Cô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